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2" r:id="rId4"/>
    <p:sldId id="263" r:id="rId5"/>
    <p:sldId id="261" r:id="rId6"/>
    <p:sldId id="264" r:id="rId7"/>
    <p:sldId id="266" r:id="rId8"/>
    <p:sldId id="267" r:id="rId9"/>
    <p:sldId id="268" r:id="rId10"/>
    <p:sldId id="269" r:id="rId11"/>
    <p:sldId id="270" r:id="rId12"/>
    <p:sldId id="271" r:id="rId13"/>
    <p:sldId id="27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AEE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35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9CCDD-58EC-1295-0C4C-8F3090811D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74D983-88D3-5AA2-6235-A8122F9301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F6F41-0735-7139-BEA8-13114E428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A1C7-731E-47AB-8A65-48DA6E93D1E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EE2169-83FF-22FE-FED3-5251429A2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D9A07-F848-99CF-9C5B-E813BA942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4886C-5C92-4117-93A7-1996C3CE7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804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46691-1AA7-CB45-D2F9-14379BD7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39602-5C34-79F0-AF14-222EAC73D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E936F-6216-02A1-4001-A9742A302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A1C7-731E-47AB-8A65-48DA6E93D1E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6C5D1-36AE-44D7-B736-42928ED02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F2B2E5-20A1-A94C-46D4-B27AC1416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4886C-5C92-4117-93A7-1996C3CE7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926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65EFA-4E5A-1939-FE60-61F3D0C9F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EE778-7A20-D008-914A-275CF52353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5F77B-6A1C-4541-AB37-FE53D0C48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A1C7-731E-47AB-8A65-48DA6E93D1E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FB8B9-5F48-34F9-3565-3B3F50552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6EFAC-A24E-128F-E6EC-A52C7AC3C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4886C-5C92-4117-93A7-1996C3CE7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191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2A14A-A527-D4E9-85BE-DF1B13180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3A803-3CE2-9B76-20A3-B3894F36E7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5616A0-4576-A58C-E880-F94590CE49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7E7D0C-C614-887D-A3E8-CDA296E41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A1C7-731E-47AB-8A65-48DA6E93D1E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23E0C5-DE88-8F83-F2F5-E00929CCC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855C5E-0D51-12FD-68AD-0389775D5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4886C-5C92-4117-93A7-1996C3CE7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488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EDCC3-5A15-B031-98AF-E7A94105E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7C0B8A-62CA-4230-B4B8-CE9CDD865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440F20-A4C3-11E3-C434-043FF7C9E6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95199B-7FD4-1B5F-9E17-88751F383D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FC7FB5-F11D-F2E2-9E94-2DA3FEF6CE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04D1BB-8355-FA62-BBC6-1C5170859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A1C7-731E-47AB-8A65-48DA6E93D1E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07BA72-BDF3-50B9-0215-306CA54B5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8F8FFF-0F80-D313-011E-19728C603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4886C-5C92-4117-93A7-1996C3CE7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920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21CA8-D612-11AD-6DB2-71C0E7BB4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BBABA4-21BC-99F4-749E-37BB47D9B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A1C7-731E-47AB-8A65-48DA6E93D1E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C9C9D6-A13C-ABAD-6CE8-E5D4B9A4E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35C472-FCFC-9FAD-AD80-1DE0A0789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4886C-5C92-4117-93A7-1996C3CE7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364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4B0BAC-68B4-4477-5FA0-4DAFC4E40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A1C7-731E-47AB-8A65-48DA6E93D1E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6B8DE3-C4A9-6439-9BEE-9CCE131D3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F70EE-ACB6-A3E0-54FD-0689A41CF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4886C-5C92-4117-93A7-1996C3CE7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217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3541F-A349-FEE2-244E-B1B336A26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3B27E-D447-EE2D-B133-FBB4DBB51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681735-A047-8BD1-B9CA-65C8F7CB33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0ECF56-0106-A2DD-7C72-FDD925D0E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A1C7-731E-47AB-8A65-48DA6E93D1E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4CA148-DF70-14C6-7D60-94C1B3AAA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DC22D1-1C5C-C0AC-6DCD-4DB8DB203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4886C-5C92-4117-93A7-1996C3CE7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401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072C4-0878-6AB5-A48C-F91A69D1F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59C2C3-E04B-BF98-D828-F33CCBE3A4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0F9658-6D9E-FC08-6A0B-96B91BB940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8A422-153B-4FE7-343E-696FF853B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A1C7-731E-47AB-8A65-48DA6E93D1E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139EC7-6581-C93A-FF1D-79E189B01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FF5C9A-302A-71D2-66C9-D5D824405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4886C-5C92-4117-93A7-1996C3CE7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820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F5D02-10E2-15AF-1A2F-F22BEDA7F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57A9E0-4806-D7F8-57DC-46CDDAAFE7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69B17A-E372-B8F5-BE1D-34A55C15E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A1C7-731E-47AB-8A65-48DA6E93D1E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A3D32F-99A9-BBCB-C0DC-8CBA6302A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C40D3-9293-A982-A851-A2E107F8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4886C-5C92-4117-93A7-1996C3CE7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489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D52D62-553F-46D4-5BA1-77525E4D83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25FC6B-8A39-CBE9-1CA3-751ABD5965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3DF22-E65A-25BA-AC91-B4FB7B970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A1C7-731E-47AB-8A65-48DA6E93D1E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27AA50-3D9D-CB36-B488-CC8577823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DDFB5-B3BA-A3C7-780F-C7419FC3E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4886C-5C92-4117-93A7-1996C3CE7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380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7C4AF1-D4AF-0B99-4A9D-5BD4C32CD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8DF9E3-BCD7-7C76-9D53-286A4E4700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197D2-A09B-8CE3-2941-DD5161FC01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20A1C7-731E-47AB-8A65-48DA6E93D1E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71A74-DDEF-3139-0802-43784F7FB0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80628-2D1A-A417-EE4A-CFE8FF488B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F4886C-5C92-4117-93A7-1996C3CE7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279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resolutioncopper.com/" TargetMode="External"/><Relationship Id="rId2" Type="http://schemas.openxmlformats.org/officeDocument/2006/relationships/hyperlink" Target="https://www.ivanhoemines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alonmetals.com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vanhoemines.com/what-we-do/leadership-governance/#executive-team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vanhoemines.com/what-we-do/leadership-governance/#executive-team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vanhoemines.com/contact/" TargetMode="External"/><Relationship Id="rId2" Type="http://schemas.openxmlformats.org/officeDocument/2006/relationships/hyperlink" Target="mailto:contact@asianbatterymetals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sianbatterymetals.com/stock-information/" TargetMode="External"/><Relationship Id="rId5" Type="http://schemas.openxmlformats.org/officeDocument/2006/relationships/hyperlink" Target="mailto:phil@asianbatterymetals.com" TargetMode="Externa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72E1E-E0B9-0B5E-6AB7-E7570BEAA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3343"/>
          </a:xfrm>
        </p:spPr>
        <p:txBody>
          <a:bodyPr>
            <a:normAutofit/>
          </a:bodyPr>
          <a:lstStyle/>
          <a:p>
            <a:r>
              <a:rPr lang="mn-MN" sz="4000" dirty="0"/>
              <a:t>Компанийн вебсайт шинэчлэх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41FF2-CC81-D73C-A9EE-BD60B98246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7864"/>
            <a:ext cx="10515600" cy="448618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mn-MN" b="1" dirty="0"/>
              <a:t>Зорилго</a:t>
            </a:r>
          </a:p>
          <a:p>
            <a:r>
              <a:rPr lang="mn-MN" dirty="0"/>
              <a:t>Хөрөнгө оруулагч,</a:t>
            </a:r>
            <a:r>
              <a:rPr lang="en-US" dirty="0"/>
              <a:t> </a:t>
            </a:r>
            <a:r>
              <a:rPr lang="mn-MN" dirty="0"/>
              <a:t>оролцогч талуудыг татах</a:t>
            </a:r>
          </a:p>
          <a:p>
            <a:r>
              <a:rPr lang="mn-MN" dirty="0"/>
              <a:t>Мэдээллийг орон нутаг </a:t>
            </a:r>
            <a:r>
              <a:rPr lang="en-US" dirty="0"/>
              <a:t>&amp;</a:t>
            </a:r>
            <a:r>
              <a:rPr lang="mn-MN" dirty="0"/>
              <a:t> оролцогч талуудад хүртээмжтэй байлгах </a:t>
            </a:r>
            <a:r>
              <a:rPr lang="en-US" dirty="0"/>
              <a:t>(</a:t>
            </a:r>
            <a:r>
              <a:rPr lang="mn-MN" dirty="0"/>
              <a:t>энгийн, суурь мэдээллүүдийг өгөх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mn-MN" b="1" dirty="0"/>
              <a:t>Гол өөрчлөлтүүд</a:t>
            </a:r>
            <a:endParaRPr lang="en-US" b="1" dirty="0"/>
          </a:p>
          <a:p>
            <a:r>
              <a:rPr lang="mn-MN" dirty="0"/>
              <a:t>Харагдах байдал, дизайны шинэчлэл</a:t>
            </a:r>
            <a:endParaRPr lang="en-US" dirty="0"/>
          </a:p>
          <a:p>
            <a:r>
              <a:rPr lang="mn-MN" dirty="0"/>
              <a:t>Интерактив зураглал, төслүүдийн талаар мэдээлэл </a:t>
            </a:r>
            <a:r>
              <a:rPr lang="en-US" dirty="0"/>
              <a:t>(</a:t>
            </a:r>
            <a:r>
              <a:rPr lang="mn-MN" dirty="0"/>
              <a:t>мэргэжлийн найруулга, төслүүдийн нэгдмэл/нийцэлтэй байдлыг хангасан</a:t>
            </a:r>
            <a:r>
              <a:rPr lang="en-US" dirty="0"/>
              <a:t>)</a:t>
            </a:r>
          </a:p>
          <a:p>
            <a:r>
              <a:rPr lang="mn-MN" dirty="0"/>
              <a:t>Байгаль орчин, орон нутгийн хамтын ажиллагааны контентууд оруулах</a:t>
            </a:r>
          </a:p>
          <a:p>
            <a:r>
              <a:rPr lang="en-US" dirty="0"/>
              <a:t>Gallery &amp; Videos </a:t>
            </a:r>
            <a:r>
              <a:rPr lang="mn-MN" dirty="0"/>
              <a:t>цэс нэмж дотор нь </a:t>
            </a:r>
            <a:r>
              <a:rPr lang="en-US" dirty="0"/>
              <a:t>Case studies (storytelling)</a:t>
            </a:r>
            <a:r>
              <a:rPr lang="mn-MN" dirty="0"/>
              <a:t> оруулах</a:t>
            </a:r>
          </a:p>
          <a:p>
            <a:r>
              <a:rPr lang="en-US" dirty="0" err="1"/>
              <a:t>Logonii</a:t>
            </a:r>
            <a:r>
              <a:rPr lang="en-US" dirty="0"/>
              <a:t> </a:t>
            </a:r>
            <a:r>
              <a:rPr lang="en-US" dirty="0" err="1"/>
              <a:t>gol</a:t>
            </a:r>
            <a:r>
              <a:rPr lang="en-US" dirty="0"/>
              <a:t> </a:t>
            </a:r>
            <a:r>
              <a:rPr lang="en-US" dirty="0" err="1"/>
              <a:t>ungiig</a:t>
            </a:r>
            <a:r>
              <a:rPr lang="en-US" dirty="0"/>
              <a:t> </a:t>
            </a:r>
            <a:r>
              <a:rPr lang="en-US" dirty="0" err="1"/>
              <a:t>uurchluh</a:t>
            </a:r>
            <a:r>
              <a:rPr lang="en-US" dirty="0"/>
              <a:t> – </a:t>
            </a:r>
            <a:r>
              <a:rPr lang="en-US" dirty="0" err="1"/>
              <a:t>Nogoon</a:t>
            </a:r>
            <a:r>
              <a:rPr lang="en-US" dirty="0"/>
              <a:t> </a:t>
            </a:r>
            <a:r>
              <a:rPr lang="en-US" dirty="0" err="1"/>
              <a:t>ungiig</a:t>
            </a:r>
            <a:r>
              <a:rPr lang="en-US" dirty="0"/>
              <a:t> huh </a:t>
            </a:r>
            <a:r>
              <a:rPr lang="en-US" dirty="0" err="1"/>
              <a:t>bolgh</a:t>
            </a:r>
            <a:endParaRPr lang="en-US" dirty="0"/>
          </a:p>
          <a:p>
            <a:r>
              <a:rPr lang="en-US" dirty="0"/>
              <a:t>Ner </a:t>
            </a:r>
            <a:r>
              <a:rPr lang="en-US" dirty="0" err="1"/>
              <a:t>uurchluh</a:t>
            </a:r>
            <a:r>
              <a:rPr lang="en-US" dirty="0"/>
              <a:t> – </a:t>
            </a:r>
            <a:r>
              <a:rPr lang="en-US" dirty="0" err="1"/>
              <a:t>Azzuro</a:t>
            </a:r>
            <a:r>
              <a:rPr lang="en-US" dirty="0"/>
              <a:t> Resources PLC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842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F22D2-8BA4-B43C-A7FD-2EF3DE45A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25347"/>
          </a:xfrm>
        </p:spPr>
        <p:txBody>
          <a:bodyPr/>
          <a:lstStyle/>
          <a:p>
            <a:r>
              <a:rPr lang="en-US" dirty="0"/>
              <a:t>Menu Now &amp; Then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C1964-AF39-01FB-BE64-99B4681C1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2616" y="1825625"/>
            <a:ext cx="5257800" cy="3605911"/>
          </a:xfrm>
        </p:spPr>
        <p:txBody>
          <a:bodyPr/>
          <a:lstStyle/>
          <a:p>
            <a:r>
              <a:rPr lang="en-US" dirty="0"/>
              <a:t>About</a:t>
            </a:r>
          </a:p>
          <a:p>
            <a:r>
              <a:rPr lang="en-US" dirty="0"/>
              <a:t>Projects</a:t>
            </a:r>
          </a:p>
          <a:p>
            <a:r>
              <a:rPr lang="en-US" dirty="0"/>
              <a:t>Sustainability</a:t>
            </a:r>
          </a:p>
          <a:p>
            <a:r>
              <a:rPr lang="en-US" dirty="0"/>
              <a:t>Gallery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AAA40C5-1AF3-396A-7020-B69FA0A9E506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4984630" cy="36059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Home - </a:t>
            </a:r>
            <a:r>
              <a:rPr lang="mn-MN" dirty="0"/>
              <a:t>Ашиглагдахгүй</a:t>
            </a:r>
            <a:endParaRPr lang="en-US" dirty="0"/>
          </a:p>
          <a:p>
            <a:r>
              <a:rPr lang="en-US" dirty="0"/>
              <a:t>About us</a:t>
            </a:r>
          </a:p>
          <a:p>
            <a:r>
              <a:rPr lang="en-US" dirty="0"/>
              <a:t>Projects</a:t>
            </a:r>
          </a:p>
          <a:p>
            <a:r>
              <a:rPr lang="en-US" dirty="0"/>
              <a:t>ESG</a:t>
            </a:r>
          </a:p>
          <a:p>
            <a:r>
              <a:rPr lang="en-US" dirty="0"/>
              <a:t>Investor Center</a:t>
            </a:r>
          </a:p>
          <a:p>
            <a:r>
              <a:rPr lang="en-US" dirty="0"/>
              <a:t>Contact us</a:t>
            </a:r>
          </a:p>
          <a:p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1A9FB76F-C396-5C04-B16D-4BE6C5AF5AEB}"/>
              </a:ext>
            </a:extLst>
          </p:cNvPr>
          <p:cNvSpPr/>
          <p:nvPr/>
        </p:nvSpPr>
        <p:spPr>
          <a:xfrm>
            <a:off x="4949003" y="2926080"/>
            <a:ext cx="1188720" cy="8321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270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256AB-11B1-CA66-250F-E16F02044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1637"/>
          </a:xfrm>
        </p:spPr>
        <p:txBody>
          <a:bodyPr>
            <a:normAutofit fontScale="90000"/>
          </a:bodyPr>
          <a:lstStyle/>
          <a:p>
            <a:r>
              <a:rPr lang="en-US" dirty="0"/>
              <a:t>Menu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21C150-499B-3225-33D1-48BE65131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464" y="994660"/>
            <a:ext cx="6980525" cy="21871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B09536-0F12-5F40-06D7-820176587D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5601"/>
          <a:stretch>
            <a:fillRect/>
          </a:stretch>
        </p:blipFill>
        <p:spPr>
          <a:xfrm>
            <a:off x="924464" y="3339688"/>
            <a:ext cx="7049111" cy="2307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740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774AC34-D74E-EE67-0435-02B5E9E1D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1637"/>
          </a:xfrm>
        </p:spPr>
        <p:txBody>
          <a:bodyPr>
            <a:normAutofit fontScale="90000"/>
          </a:bodyPr>
          <a:lstStyle/>
          <a:p>
            <a:r>
              <a:rPr lang="en-US" dirty="0"/>
              <a:t>Menu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CC2CA4-F6AE-C214-6562-3D39282439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1479"/>
          <a:stretch>
            <a:fillRect/>
          </a:stretch>
        </p:blipFill>
        <p:spPr>
          <a:xfrm>
            <a:off x="440472" y="4562741"/>
            <a:ext cx="6780901" cy="1792110"/>
          </a:xfrm>
          <a:prstGeom prst="rect">
            <a:avLst/>
          </a:prstGeom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15271DC-D145-370E-5D51-1550F63A2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129" y="1009289"/>
            <a:ext cx="6727740" cy="29203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DE6800F-6153-2B5D-3FA8-A5FB100907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091" y="4115069"/>
            <a:ext cx="6741748" cy="3275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2BEA94A-5FC2-C5AE-7504-AC08149F9139}"/>
              </a:ext>
            </a:extLst>
          </p:cNvPr>
          <p:cNvSpPr txBox="1"/>
          <p:nvPr/>
        </p:nvSpPr>
        <p:spPr>
          <a:xfrm>
            <a:off x="534838" y="4149573"/>
            <a:ext cx="2320506" cy="261610"/>
          </a:xfrm>
          <a:prstGeom prst="rect">
            <a:avLst/>
          </a:prstGeom>
          <a:solidFill>
            <a:srgbClr val="FAEEDA"/>
          </a:solidFill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Investor center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43A79F-6489-8DF0-454B-BFA52CC6AFF4}"/>
              </a:ext>
            </a:extLst>
          </p:cNvPr>
          <p:cNvSpPr txBox="1"/>
          <p:nvPr/>
        </p:nvSpPr>
        <p:spPr>
          <a:xfrm>
            <a:off x="734683" y="5018443"/>
            <a:ext cx="943156" cy="261610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sz="1100" b="1" dirty="0"/>
              <a:t>Story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0F3542-8C44-B1BA-D39B-D047E8B7328F}"/>
              </a:ext>
            </a:extLst>
          </p:cNvPr>
          <p:cNvSpPr txBox="1"/>
          <p:nvPr/>
        </p:nvSpPr>
        <p:spPr>
          <a:xfrm>
            <a:off x="2245009" y="971561"/>
            <a:ext cx="2604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Sustainability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54B3B2-69B7-3EA7-00F9-C9C272993F83}"/>
              </a:ext>
            </a:extLst>
          </p:cNvPr>
          <p:cNvSpPr txBox="1"/>
          <p:nvPr/>
        </p:nvSpPr>
        <p:spPr>
          <a:xfrm>
            <a:off x="663201" y="2265916"/>
            <a:ext cx="6523667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Sustainability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EE6721-0378-11AA-3E1A-5B3E1DB46349}"/>
              </a:ext>
            </a:extLst>
          </p:cNvPr>
          <p:cNvSpPr txBox="1"/>
          <p:nvPr/>
        </p:nvSpPr>
        <p:spPr>
          <a:xfrm>
            <a:off x="2145161" y="4619200"/>
            <a:ext cx="2604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Sustainability</a:t>
            </a:r>
          </a:p>
        </p:txBody>
      </p:sp>
    </p:spTree>
    <p:extLst>
      <p:ext uri="{BB962C8B-B14F-4D97-AF65-F5344CB8AC3E}">
        <p14:creationId xmlns:p14="http://schemas.microsoft.com/office/powerpoint/2010/main" val="836838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D2D90-1D66-DE1C-6C22-FE62573A5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09992"/>
          </a:xfrm>
        </p:spPr>
        <p:txBody>
          <a:bodyPr/>
          <a:lstStyle/>
          <a:p>
            <a:r>
              <a:rPr lang="en-US" dirty="0"/>
              <a:t>Home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5DB6C-9027-BAE8-70DE-86E2A7EE1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5118"/>
            <a:ext cx="10515600" cy="4701845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AutoNum type="arabicPeriod"/>
            </a:pPr>
            <a:r>
              <a:rPr lang="en-US" dirty="0"/>
              <a:t>Video – </a:t>
            </a:r>
            <a:r>
              <a:rPr lang="mn-MN" dirty="0"/>
              <a:t>Хээрийн хайгуул, өрөмдлөг, нутгийн иргэдтэй уулзаж байгаа, Геологуудын өдөр тутмын ажлыг харуулсан – </a:t>
            </a:r>
            <a:r>
              <a:rPr lang="en-US" dirty="0"/>
              <a:t>Massive </a:t>
            </a:r>
            <a:r>
              <a:rPr lang="en-US" dirty="0" err="1"/>
              <a:t>sulphide</a:t>
            </a:r>
            <a:r>
              <a:rPr lang="en-US" dirty="0"/>
              <a:t> and XRF etc.</a:t>
            </a:r>
            <a:endParaRPr lang="mn-MN" dirty="0"/>
          </a:p>
          <a:p>
            <a:pPr marL="0" indent="0">
              <a:buNone/>
            </a:pPr>
            <a:r>
              <a:rPr lang="mn-MN" dirty="0"/>
              <a:t>Жишээ: </a:t>
            </a:r>
            <a:r>
              <a:rPr lang="en-US" dirty="0">
                <a:hlinkClick r:id="rId2"/>
              </a:rPr>
              <a:t>https://www.ivanhoemines.com/</a:t>
            </a:r>
            <a:r>
              <a:rPr lang="mn-MN" dirty="0"/>
              <a:t>  </a:t>
            </a:r>
            <a:r>
              <a:rPr lang="en-US" dirty="0">
                <a:hlinkClick r:id="rId3"/>
              </a:rPr>
              <a:t>https://resolutioncopper.com/</a:t>
            </a:r>
            <a:r>
              <a:rPr lang="mn-MN" dirty="0"/>
              <a:t> </a:t>
            </a:r>
            <a:r>
              <a:rPr lang="en-US" dirty="0">
                <a:hlinkClick r:id="rId4"/>
              </a:rPr>
              <a:t>https://talonmetals.com/</a:t>
            </a:r>
            <a:endParaRPr lang="mn-MN" dirty="0"/>
          </a:p>
          <a:p>
            <a:endParaRPr lang="mn-MN" dirty="0"/>
          </a:p>
          <a:p>
            <a:pPr marL="0" indent="0">
              <a:buNone/>
            </a:pPr>
            <a:r>
              <a:rPr lang="mn-MN" dirty="0"/>
              <a:t>2. Гол гол үзүүлэлтүүдийг тоон мэдээллээр өгөх </a:t>
            </a:r>
            <a:r>
              <a:rPr lang="en-US" dirty="0"/>
              <a:t>(</a:t>
            </a:r>
            <a:r>
              <a:rPr lang="mn-MN" dirty="0"/>
              <a:t>түүхэн дата</a:t>
            </a:r>
            <a:r>
              <a:rPr lang="en-US" dirty="0"/>
              <a:t>)</a:t>
            </a:r>
            <a:r>
              <a:rPr lang="mn-MN" dirty="0"/>
              <a:t> </a:t>
            </a:r>
            <a:endParaRPr lang="en-US" dirty="0"/>
          </a:p>
          <a:p>
            <a:endParaRPr lang="mn-MN" dirty="0"/>
          </a:p>
          <a:p>
            <a:pPr marL="0" indent="0">
              <a:buNone/>
            </a:pPr>
            <a:r>
              <a:rPr lang="mn-MN" dirty="0"/>
              <a:t>3. Хамгийн сүүлд гарсан, гол төслийн мэдэгдлүүдийг байршуулах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mn-MN" dirty="0"/>
              <a:t>4. Газрын зураг дээр бүх төслүүдийн товч мэдээлэл гаргах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591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72A10-2AC7-DDE6-F578-CFDC7B5D8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09992"/>
          </a:xfrm>
        </p:spPr>
        <p:txBody>
          <a:bodyPr/>
          <a:lstStyle/>
          <a:p>
            <a:r>
              <a:rPr lang="en-US" dirty="0"/>
              <a:t>Home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F87CE1-F804-1D42-43C0-49B74B0CA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754" y="1303809"/>
            <a:ext cx="7965265" cy="24857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D931AED-5A78-AEDD-2D78-249B5D74D17F}"/>
              </a:ext>
            </a:extLst>
          </p:cNvPr>
          <p:cNvSpPr txBox="1"/>
          <p:nvPr/>
        </p:nvSpPr>
        <p:spPr>
          <a:xfrm>
            <a:off x="7037727" y="1151952"/>
            <a:ext cx="2030599" cy="646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End share price </a:t>
            </a:r>
            <a:r>
              <a:rPr lang="en-US" dirty="0" err="1"/>
              <a:t>oruulah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6C48EC-54A3-7448-AA01-52D564D8D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754" y="3947175"/>
            <a:ext cx="5887272" cy="13432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B65E287-C0E8-046E-C3B5-A24050138DBD}"/>
              </a:ext>
            </a:extLst>
          </p:cNvPr>
          <p:cNvSpPr txBox="1"/>
          <p:nvPr/>
        </p:nvSpPr>
        <p:spPr>
          <a:xfrm>
            <a:off x="1096754" y="5448041"/>
            <a:ext cx="2030599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Join investor center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F9A490-C507-C785-EDF0-3BBD232FB8F8}"/>
              </a:ext>
            </a:extLst>
          </p:cNvPr>
          <p:cNvSpPr txBox="1"/>
          <p:nvPr/>
        </p:nvSpPr>
        <p:spPr>
          <a:xfrm>
            <a:off x="3532000" y="5448041"/>
            <a:ext cx="2030599" cy="646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Investor presentation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7C9F37-A0F2-6D52-B694-D6D3EF6BB5D0}"/>
              </a:ext>
            </a:extLst>
          </p:cNvPr>
          <p:cNvSpPr txBox="1"/>
          <p:nvPr/>
        </p:nvSpPr>
        <p:spPr>
          <a:xfrm>
            <a:off x="7165426" y="5309541"/>
            <a:ext cx="2899280" cy="9233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Eswel</a:t>
            </a:r>
            <a:r>
              <a:rPr lang="en-US" dirty="0"/>
              <a:t> </a:t>
            </a:r>
            <a:r>
              <a:rPr lang="en-US" dirty="0" err="1"/>
              <a:t>ene</a:t>
            </a:r>
            <a:r>
              <a:rPr lang="en-US" dirty="0"/>
              <a:t> </a:t>
            </a:r>
            <a:r>
              <a:rPr lang="en-US" dirty="0" err="1"/>
              <a:t>buttonii</a:t>
            </a:r>
            <a:r>
              <a:rPr lang="en-US" dirty="0"/>
              <a:t> </a:t>
            </a:r>
            <a:r>
              <a:rPr lang="en-US" dirty="0" err="1"/>
              <a:t>orond</a:t>
            </a:r>
            <a:r>
              <a:rPr lang="en-US" dirty="0"/>
              <a:t> PPT-gee </a:t>
            </a:r>
            <a:r>
              <a:rPr lang="en-US" dirty="0" err="1"/>
              <a:t>shuud</a:t>
            </a:r>
            <a:r>
              <a:rPr lang="en-US" dirty="0"/>
              <a:t> </a:t>
            </a:r>
            <a:r>
              <a:rPr lang="en-US" dirty="0" err="1"/>
              <a:t>bairshuulah</a:t>
            </a:r>
            <a:r>
              <a:rPr lang="en-US" dirty="0"/>
              <a:t> </a:t>
            </a:r>
            <a:r>
              <a:rPr lang="en-US" dirty="0" err="1"/>
              <a:t>uu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754150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3BE3C-99B6-E9EF-DA9D-5902322FB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09992"/>
          </a:xfrm>
        </p:spPr>
        <p:txBody>
          <a:bodyPr/>
          <a:lstStyle/>
          <a:p>
            <a:r>
              <a:rPr lang="en-US" dirty="0"/>
              <a:t>Home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BD5477-668C-D14F-8AC7-3A2144EAC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421" y="1355835"/>
            <a:ext cx="4030712" cy="16222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3B0CEE-3B03-620F-F666-6258EF4B2A2C}"/>
              </a:ext>
            </a:extLst>
          </p:cNvPr>
          <p:cNvSpPr txBox="1"/>
          <p:nvPr/>
        </p:nvSpPr>
        <p:spPr>
          <a:xfrm>
            <a:off x="5341357" y="1355835"/>
            <a:ext cx="4458489" cy="12003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Ene </a:t>
            </a:r>
            <a:r>
              <a:rPr lang="en-US" dirty="0" err="1"/>
              <a:t>hesgiig</a:t>
            </a:r>
            <a:r>
              <a:rPr lang="en-US" dirty="0"/>
              <a:t> investor </a:t>
            </a:r>
            <a:r>
              <a:rPr lang="en-US" dirty="0" err="1"/>
              <a:t>centert</a:t>
            </a:r>
            <a:r>
              <a:rPr lang="en-US" dirty="0"/>
              <a:t> </a:t>
            </a:r>
            <a:r>
              <a:rPr lang="en-US" dirty="0" err="1"/>
              <a:t>bairshuulsan</a:t>
            </a:r>
            <a:r>
              <a:rPr lang="en-US" dirty="0"/>
              <a:t> PPT gees WHY MONGOLIA, WHY AZ9 </a:t>
            </a:r>
            <a:r>
              <a:rPr lang="en-US" dirty="0" err="1"/>
              <a:t>hesguudg</a:t>
            </a:r>
            <a:r>
              <a:rPr lang="en-US" dirty="0"/>
              <a:t> </a:t>
            </a:r>
            <a:r>
              <a:rPr lang="en-US" dirty="0" err="1"/>
              <a:t>towch</a:t>
            </a:r>
            <a:r>
              <a:rPr lang="en-US" dirty="0"/>
              <a:t> </a:t>
            </a:r>
            <a:r>
              <a:rPr lang="en-US" dirty="0" err="1"/>
              <a:t>todorhoi</a:t>
            </a:r>
            <a:r>
              <a:rPr lang="en-US" dirty="0"/>
              <a:t> </a:t>
            </a:r>
            <a:r>
              <a:rPr lang="en-US" dirty="0" err="1"/>
              <a:t>bolgj</a:t>
            </a:r>
            <a:r>
              <a:rPr lang="en-US" dirty="0"/>
              <a:t> </a:t>
            </a:r>
            <a:r>
              <a:rPr lang="en-US" dirty="0" err="1"/>
              <a:t>oruulah</a:t>
            </a:r>
            <a:r>
              <a:rPr lang="en-US" dirty="0"/>
              <a:t> – </a:t>
            </a:r>
            <a:r>
              <a:rPr lang="en-US" dirty="0" err="1"/>
              <a:t>Investoruudg</a:t>
            </a:r>
            <a:r>
              <a:rPr lang="en-US" dirty="0"/>
              <a:t> </a:t>
            </a:r>
            <a:r>
              <a:rPr lang="en-US" dirty="0" err="1"/>
              <a:t>tatah</a:t>
            </a:r>
            <a:r>
              <a:rPr lang="en-US" dirty="0"/>
              <a:t> </a:t>
            </a:r>
            <a:r>
              <a:rPr lang="en-US" dirty="0" err="1"/>
              <a:t>heseg</a:t>
            </a:r>
            <a:r>
              <a:rPr lang="en-US" dirty="0"/>
              <a:t> </a:t>
            </a:r>
            <a:r>
              <a:rPr lang="en-US" dirty="0" err="1"/>
              <a:t>gesen</a:t>
            </a:r>
            <a:r>
              <a:rPr lang="en-US" dirty="0"/>
              <a:t> ug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A3A8A1E-A623-5C7B-6682-BE4CB99F9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702" y="3146673"/>
            <a:ext cx="6417068" cy="16442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39E0536-7483-450A-2A39-2579105BB54C}"/>
              </a:ext>
            </a:extLst>
          </p:cNvPr>
          <p:cNvSpPr txBox="1"/>
          <p:nvPr/>
        </p:nvSpPr>
        <p:spPr>
          <a:xfrm>
            <a:off x="7238991" y="2905609"/>
            <a:ext cx="4458489" cy="175432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Ene </a:t>
            </a:r>
            <a:r>
              <a:rPr lang="en-US" dirty="0" err="1"/>
              <a:t>hesgiig</a:t>
            </a:r>
            <a:r>
              <a:rPr lang="en-US" dirty="0"/>
              <a:t> </a:t>
            </a:r>
            <a:r>
              <a:rPr lang="en-US" dirty="0" err="1"/>
              <a:t>awch</a:t>
            </a:r>
            <a:r>
              <a:rPr lang="en-US" dirty="0"/>
              <a:t> </a:t>
            </a:r>
            <a:r>
              <a:rPr lang="en-US" dirty="0" err="1"/>
              <a:t>hayad</a:t>
            </a:r>
            <a:r>
              <a:rPr lang="en-US" dirty="0"/>
              <a:t> </a:t>
            </a:r>
            <a:r>
              <a:rPr lang="en-US" dirty="0" err="1"/>
              <a:t>deetlin</a:t>
            </a:r>
            <a:r>
              <a:rPr lang="en-US" dirty="0"/>
              <a:t> </a:t>
            </a:r>
            <a:r>
              <a:rPr lang="en-US" dirty="0" err="1"/>
              <a:t>hesgiin</a:t>
            </a:r>
            <a:r>
              <a:rPr lang="en-US" dirty="0"/>
              <a:t> deer n </a:t>
            </a:r>
            <a:r>
              <a:rPr lang="en-US" dirty="0" err="1"/>
              <a:t>mnahg</a:t>
            </a:r>
            <a:r>
              <a:rPr lang="en-US" dirty="0"/>
              <a:t> </a:t>
            </a:r>
            <a:r>
              <a:rPr lang="en-US" dirty="0" err="1"/>
              <a:t>towchoor</a:t>
            </a:r>
            <a:r>
              <a:rPr lang="en-US" dirty="0"/>
              <a:t> </a:t>
            </a:r>
            <a:r>
              <a:rPr lang="en-US" dirty="0" err="1"/>
              <a:t>helsen</a:t>
            </a:r>
            <a:r>
              <a:rPr lang="en-US" dirty="0"/>
              <a:t> </a:t>
            </a:r>
            <a:r>
              <a:rPr lang="en-US" dirty="0" err="1"/>
              <a:t>iimerhu</a:t>
            </a:r>
            <a:r>
              <a:rPr lang="en-US" dirty="0"/>
              <a:t> </a:t>
            </a:r>
            <a:r>
              <a:rPr lang="en-US" dirty="0" err="1"/>
              <a:t>ugiig</a:t>
            </a:r>
            <a:r>
              <a:rPr lang="en-US" dirty="0"/>
              <a:t> </a:t>
            </a:r>
            <a:r>
              <a:rPr lang="en-US" dirty="0" err="1"/>
              <a:t>urtaar</a:t>
            </a:r>
            <a:r>
              <a:rPr lang="en-US" dirty="0"/>
              <a:t> </a:t>
            </a:r>
            <a:r>
              <a:rPr lang="en-US" dirty="0" err="1"/>
              <a:t>biched</a:t>
            </a:r>
            <a:r>
              <a:rPr lang="en-US" dirty="0"/>
              <a:t> </a:t>
            </a:r>
            <a:r>
              <a:rPr lang="en-US" dirty="0" err="1"/>
              <a:t>oruulchh</a:t>
            </a:r>
            <a:r>
              <a:rPr lang="en-US" dirty="0"/>
              <a:t> – Ene der bas About </a:t>
            </a:r>
            <a:r>
              <a:rPr lang="en-US" dirty="0" err="1"/>
              <a:t>ruu</a:t>
            </a:r>
            <a:r>
              <a:rPr lang="en-US" dirty="0"/>
              <a:t> </a:t>
            </a:r>
            <a:r>
              <a:rPr lang="en-US" dirty="0" err="1"/>
              <a:t>shiljih</a:t>
            </a:r>
            <a:r>
              <a:rPr lang="en-US" dirty="0"/>
              <a:t> link </a:t>
            </a:r>
            <a:r>
              <a:rPr lang="en-US" dirty="0" err="1"/>
              <a:t>oruulah</a:t>
            </a:r>
            <a:endParaRPr lang="en-US" dirty="0"/>
          </a:p>
          <a:p>
            <a:r>
              <a:rPr lang="en-US" b="1" dirty="0"/>
              <a:t>Advancing Base &amp; Precious Metal Discoveries in Mongolia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BE10476-BD2C-2B55-49A6-98D48ED83F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818" y="4959509"/>
            <a:ext cx="6640257" cy="164425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75DED60-0668-6C0A-C1E5-05797179F3DF}"/>
              </a:ext>
            </a:extLst>
          </p:cNvPr>
          <p:cNvSpPr txBox="1"/>
          <p:nvPr/>
        </p:nvSpPr>
        <p:spPr>
          <a:xfrm>
            <a:off x="6697013" y="4753334"/>
            <a:ext cx="5312107" cy="9233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Investor PPT gee </a:t>
            </a:r>
            <a:r>
              <a:rPr lang="en-US" dirty="0" err="1"/>
              <a:t>deerh</a:t>
            </a:r>
            <a:r>
              <a:rPr lang="en-US" dirty="0"/>
              <a:t> bullet card </a:t>
            </a:r>
            <a:r>
              <a:rPr lang="en-US" dirty="0" err="1"/>
              <a:t>uudin</a:t>
            </a:r>
            <a:r>
              <a:rPr lang="en-US" dirty="0"/>
              <a:t> </a:t>
            </a:r>
            <a:r>
              <a:rPr lang="en-US" dirty="0" err="1"/>
              <a:t>hajud</a:t>
            </a:r>
            <a:r>
              <a:rPr lang="en-US" dirty="0"/>
              <a:t> </a:t>
            </a:r>
            <a:r>
              <a:rPr lang="en-US" dirty="0" err="1"/>
              <a:t>bairshulaad</a:t>
            </a:r>
            <a:r>
              <a:rPr lang="en-US" dirty="0"/>
              <a:t> </a:t>
            </a:r>
            <a:r>
              <a:rPr lang="en-US" dirty="0" err="1"/>
              <a:t>doorn</a:t>
            </a:r>
            <a:r>
              <a:rPr lang="en-US" dirty="0"/>
              <a:t> visit investor center </a:t>
            </a:r>
            <a:r>
              <a:rPr lang="en-US" dirty="0" err="1"/>
              <a:t>ged</a:t>
            </a:r>
            <a:r>
              <a:rPr lang="en-US" dirty="0"/>
              <a:t> </a:t>
            </a:r>
            <a:r>
              <a:rPr lang="en-US" dirty="0" err="1"/>
              <a:t>ingeed</a:t>
            </a:r>
            <a:r>
              <a:rPr lang="en-US" dirty="0"/>
              <a:t> </a:t>
            </a:r>
            <a:r>
              <a:rPr lang="en-US" dirty="0" err="1"/>
              <a:t>oruulchul</a:t>
            </a:r>
            <a:r>
              <a:rPr lang="en-US" dirty="0"/>
              <a:t> bas </a:t>
            </a:r>
            <a:r>
              <a:rPr lang="en-US" dirty="0" err="1"/>
              <a:t>boloh</a:t>
            </a:r>
            <a:r>
              <a:rPr lang="en-US" dirty="0"/>
              <a:t> l </a:t>
            </a:r>
            <a:r>
              <a:rPr lang="en-US" dirty="0" err="1"/>
              <a:t>ym</a:t>
            </a:r>
            <a:r>
              <a:rPr lang="en-US" dirty="0"/>
              <a:t>-Ivanhoe </a:t>
            </a:r>
            <a:r>
              <a:rPr lang="en-US" dirty="0" err="1"/>
              <a:t>haraarai</a:t>
            </a:r>
            <a:endParaRPr lang="en-US" b="1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03E3C47-FF09-6F3E-2E89-99531503D8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7458" y="5901056"/>
            <a:ext cx="3892853" cy="874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186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B993E1-ACEA-DBBD-1196-C8AAD4070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CEBC21-6581-2351-9961-A2152EC40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Home page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D5DE7E-3DAB-1113-6307-0B0524AE357A}"/>
              </a:ext>
            </a:extLst>
          </p:cNvPr>
          <p:cNvSpPr txBox="1"/>
          <p:nvPr/>
        </p:nvSpPr>
        <p:spPr>
          <a:xfrm>
            <a:off x="5250106" y="586822"/>
            <a:ext cx="6106742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Eng </a:t>
            </a:r>
            <a:r>
              <a:rPr lang="en-US" dirty="0" err="1"/>
              <a:t>ngu</a:t>
            </a:r>
            <a:r>
              <a:rPr lang="en-US" dirty="0"/>
              <a:t> Ivanhoe </a:t>
            </a:r>
            <a:r>
              <a:rPr lang="en-US" dirty="0" err="1"/>
              <a:t>shg</a:t>
            </a:r>
            <a:r>
              <a:rPr lang="en-US" dirty="0"/>
              <a:t> </a:t>
            </a:r>
            <a:r>
              <a:rPr lang="en-US" dirty="0" err="1"/>
              <a:t>baidlaar</a:t>
            </a:r>
            <a:r>
              <a:rPr lang="en-US" dirty="0"/>
              <a:t> project n </a:t>
            </a:r>
            <a:r>
              <a:rPr lang="en-US" dirty="0" err="1"/>
              <a:t>bgad</a:t>
            </a:r>
            <a:r>
              <a:rPr lang="en-US" dirty="0"/>
              <a:t> map deer live </a:t>
            </a:r>
            <a:r>
              <a:rPr lang="en-US" dirty="0" err="1"/>
              <a:t>ordg</a:t>
            </a:r>
            <a:r>
              <a:rPr lang="en-US" dirty="0"/>
              <a:t> </a:t>
            </a:r>
            <a:r>
              <a:rPr lang="en-US" dirty="0" err="1"/>
              <a:t>hesgeer</a:t>
            </a:r>
            <a:r>
              <a:rPr lang="en-US" dirty="0"/>
              <a:t> </a:t>
            </a:r>
            <a:r>
              <a:rPr lang="en-US" dirty="0" err="1"/>
              <a:t>hiine</a:t>
            </a:r>
            <a:endParaRPr lang="en-US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 err="1"/>
              <a:t>Tusliin</a:t>
            </a:r>
            <a:r>
              <a:rPr lang="en-US" b="1" dirty="0"/>
              <a:t> </a:t>
            </a:r>
            <a:r>
              <a:rPr lang="en-US" b="1" dirty="0" err="1"/>
              <a:t>medeelludg</a:t>
            </a:r>
            <a:r>
              <a:rPr lang="en-US" b="1" dirty="0"/>
              <a:t> </a:t>
            </a:r>
            <a:r>
              <a:rPr lang="en-US" b="1" dirty="0" err="1"/>
              <a:t>tusad</a:t>
            </a:r>
            <a:r>
              <a:rPr lang="en-US" b="1" dirty="0"/>
              <a:t> n </a:t>
            </a:r>
            <a:r>
              <a:rPr lang="en-US" b="1" dirty="0" err="1"/>
              <a:t>uguy</a:t>
            </a:r>
            <a:endParaRPr lang="en-US" b="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74A48E-9313-3A76-BA16-380944709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474" y="2729397"/>
            <a:ext cx="4756127" cy="34838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9C73120-C56F-6A92-3C8B-C0A089278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041" y="2729397"/>
            <a:ext cx="5104562" cy="348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799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100A90-1DC4-CF9A-9806-FB2527725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48F772C-EFDE-DFAE-80C1-BF236CDC2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623526A-8CF2-208E-A424-829AEB6B8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70E9F2-9F50-E0D7-0AE6-0F71EDEA3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Home page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2BB746A-8F3E-6DD2-38A4-B29367C826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4B8AB20-98CA-D52A-019C-7346C1EC83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F8DD99-5FAB-A836-473B-1FDF71AA2E6E}"/>
              </a:ext>
            </a:extLst>
          </p:cNvPr>
          <p:cNvSpPr txBox="1"/>
          <p:nvPr/>
        </p:nvSpPr>
        <p:spPr>
          <a:xfrm>
            <a:off x="5250106" y="586822"/>
            <a:ext cx="6106742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Sustainability </a:t>
            </a:r>
            <a:r>
              <a:rPr lang="en-US" dirty="0" err="1"/>
              <a:t>ruu</a:t>
            </a:r>
            <a:r>
              <a:rPr lang="en-US" dirty="0"/>
              <a:t> </a:t>
            </a:r>
            <a:r>
              <a:rPr lang="en-US" dirty="0" err="1"/>
              <a:t>shiljih</a:t>
            </a:r>
            <a:r>
              <a:rPr lang="en-US" dirty="0"/>
              <a:t> bas </a:t>
            </a:r>
            <a:r>
              <a:rPr lang="en-US" dirty="0" err="1"/>
              <a:t>iim</a:t>
            </a:r>
            <a:r>
              <a:rPr lang="en-US" dirty="0"/>
              <a:t> </a:t>
            </a:r>
            <a:r>
              <a:rPr lang="en-US" dirty="0" err="1"/>
              <a:t>towch</a:t>
            </a:r>
            <a:r>
              <a:rPr lang="en-US" dirty="0"/>
              <a:t> </a:t>
            </a:r>
            <a:r>
              <a:rPr lang="en-US" dirty="0" err="1"/>
              <a:t>medeelel</a:t>
            </a:r>
            <a:r>
              <a:rPr lang="en-US" dirty="0"/>
              <a:t> home </a:t>
            </a:r>
            <a:r>
              <a:rPr lang="en-US" dirty="0" err="1"/>
              <a:t>dere</a:t>
            </a:r>
            <a:r>
              <a:rPr lang="en-US" dirty="0"/>
              <a:t> </a:t>
            </a:r>
            <a:r>
              <a:rPr lang="en-US" dirty="0" err="1"/>
              <a:t>bwl</a:t>
            </a:r>
            <a:r>
              <a:rPr lang="en-US" dirty="0"/>
              <a:t> </a:t>
            </a:r>
            <a:r>
              <a:rPr lang="en-US" dirty="0" err="1"/>
              <a:t>zugr</a:t>
            </a:r>
            <a:r>
              <a:rPr lang="en-US" dirty="0"/>
              <a:t> </a:t>
            </a:r>
            <a:r>
              <a:rPr lang="en-US" dirty="0" err="1"/>
              <a:t>ym</a:t>
            </a:r>
            <a:r>
              <a:rPr lang="en-US" dirty="0"/>
              <a:t> bn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Mun leadership &amp; Governance </a:t>
            </a:r>
            <a:r>
              <a:rPr lang="en-US" dirty="0" err="1"/>
              <a:t>hesgiig</a:t>
            </a:r>
            <a:r>
              <a:rPr lang="en-US" dirty="0"/>
              <a:t> about deer </a:t>
            </a:r>
            <a:r>
              <a:rPr lang="en-US" dirty="0" err="1"/>
              <a:t>oruulah</a:t>
            </a:r>
            <a:r>
              <a:rPr lang="en-US" dirty="0"/>
              <a:t> – Ivanhoe </a:t>
            </a:r>
            <a:r>
              <a:rPr lang="en-US" dirty="0" err="1"/>
              <a:t>shg</a:t>
            </a:r>
            <a:r>
              <a:rPr lang="en-US" dirty="0"/>
              <a:t> </a:t>
            </a:r>
            <a:r>
              <a:rPr lang="en-US" dirty="0" err="1"/>
              <a:t>bwl</a:t>
            </a:r>
            <a:r>
              <a:rPr lang="en-US" dirty="0"/>
              <a:t> </a:t>
            </a:r>
            <a:r>
              <a:rPr lang="en-US" dirty="0" err="1"/>
              <a:t>zugr</a:t>
            </a:r>
            <a:r>
              <a:rPr lang="en-US" dirty="0"/>
              <a:t> </a:t>
            </a:r>
            <a:r>
              <a:rPr lang="en-US" dirty="0" err="1"/>
              <a:t>ym</a:t>
            </a:r>
            <a:r>
              <a:rPr lang="en-US" dirty="0"/>
              <a:t> bn.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Manai Governance </a:t>
            </a:r>
            <a:r>
              <a:rPr lang="en-US" dirty="0" err="1"/>
              <a:t>hesgiin</a:t>
            </a:r>
            <a:r>
              <a:rPr lang="en-US" dirty="0"/>
              <a:t> </a:t>
            </a:r>
            <a:r>
              <a:rPr lang="en-US" dirty="0" err="1"/>
              <a:t>documentuud</a:t>
            </a:r>
            <a:r>
              <a:rPr lang="en-US" dirty="0"/>
              <a:t> </a:t>
            </a:r>
            <a:r>
              <a:rPr lang="en-US" dirty="0" err="1"/>
              <a:t>bugd</a:t>
            </a:r>
            <a:r>
              <a:rPr lang="en-US" dirty="0"/>
              <a:t> </a:t>
            </a:r>
            <a:r>
              <a:rPr lang="en-US" dirty="0" err="1"/>
              <a:t>bairshih</a:t>
            </a:r>
            <a:r>
              <a:rPr lang="en-US" dirty="0"/>
              <a:t> </a:t>
            </a:r>
            <a:r>
              <a:rPr lang="en-US" dirty="0" err="1"/>
              <a:t>ystoi</a:t>
            </a:r>
            <a:r>
              <a:rPr lang="en-US" dirty="0"/>
              <a:t> </a:t>
            </a:r>
            <a:r>
              <a:rPr lang="en-US" dirty="0" err="1"/>
              <a:t>tghde</a:t>
            </a:r>
            <a:r>
              <a:rPr lang="en-US" dirty="0"/>
              <a:t> </a:t>
            </a:r>
            <a:r>
              <a:rPr lang="en-US" dirty="0" err="1"/>
              <a:t>dra</a:t>
            </a:r>
            <a:r>
              <a:rPr lang="en-US" dirty="0"/>
              <a:t> n </a:t>
            </a:r>
            <a:r>
              <a:rPr lang="en-US" dirty="0" err="1"/>
              <a:t>uurchluh</a:t>
            </a:r>
            <a:r>
              <a:rPr lang="en-US" dirty="0"/>
              <a:t> </a:t>
            </a:r>
            <a:r>
              <a:rPr lang="en-US" dirty="0" err="1"/>
              <a:t>shardalguud</a:t>
            </a:r>
            <a:r>
              <a:rPr lang="en-US" dirty="0"/>
              <a:t> </a:t>
            </a:r>
            <a:r>
              <a:rPr lang="en-US" dirty="0" err="1"/>
              <a:t>uy</a:t>
            </a:r>
            <a:r>
              <a:rPr lang="en-US" dirty="0"/>
              <a:t> </a:t>
            </a:r>
            <a:r>
              <a:rPr lang="en-US" dirty="0" err="1"/>
              <a:t>uy</a:t>
            </a:r>
            <a:r>
              <a:rPr lang="en-US" dirty="0"/>
              <a:t> </a:t>
            </a:r>
            <a:r>
              <a:rPr lang="en-US" dirty="0" err="1"/>
              <a:t>gard</a:t>
            </a:r>
            <a:r>
              <a:rPr lang="en-US" dirty="0"/>
              <a:t> </a:t>
            </a:r>
            <a:r>
              <a:rPr lang="en-US" dirty="0" err="1"/>
              <a:t>bdg</a:t>
            </a:r>
            <a:r>
              <a:rPr lang="en-US" dirty="0"/>
              <a:t>. Neree </a:t>
            </a:r>
            <a:r>
              <a:rPr lang="en-US" dirty="0" err="1"/>
              <a:t>solihoor</a:t>
            </a:r>
            <a:r>
              <a:rPr lang="en-US" dirty="0"/>
              <a:t> </a:t>
            </a:r>
            <a:r>
              <a:rPr lang="en-US" dirty="0" err="1"/>
              <a:t>bugd</a:t>
            </a:r>
            <a:r>
              <a:rPr lang="en-US" dirty="0"/>
              <a:t> </a:t>
            </a:r>
            <a:r>
              <a:rPr lang="en-US" dirty="0" err="1"/>
              <a:t>nerg</a:t>
            </a:r>
            <a:r>
              <a:rPr lang="en-US" dirty="0"/>
              <a:t> n </a:t>
            </a:r>
            <a:r>
              <a:rPr lang="en-US" dirty="0" err="1"/>
              <a:t>uurchluud</a:t>
            </a:r>
            <a:r>
              <a:rPr lang="en-US" dirty="0"/>
              <a:t> </a:t>
            </a:r>
            <a:r>
              <a:rPr lang="en-US" dirty="0" err="1"/>
              <a:t>gargana</a:t>
            </a:r>
            <a:r>
              <a:rPr lang="en-US" dirty="0"/>
              <a:t>. Ted </a:t>
            </a:r>
            <a:r>
              <a:rPr lang="en-US" dirty="0" err="1"/>
              <a:t>narig</a:t>
            </a:r>
            <a:r>
              <a:rPr lang="en-US" dirty="0"/>
              <a:t> n </a:t>
            </a:r>
            <a:r>
              <a:rPr lang="en-US" dirty="0" err="1"/>
              <a:t>duhhur</a:t>
            </a:r>
            <a:r>
              <a:rPr lang="en-US" dirty="0"/>
              <a:t> </a:t>
            </a:r>
            <a:r>
              <a:rPr lang="en-US" dirty="0" err="1"/>
              <a:t>uguy</a:t>
            </a:r>
            <a:r>
              <a:rPr lang="en-US" dirty="0"/>
              <a:t>. Dra n </a:t>
            </a:r>
            <a:r>
              <a:rPr lang="en-US" dirty="0" err="1"/>
              <a:t>adminaasaa</a:t>
            </a:r>
            <a:r>
              <a:rPr lang="en-US" dirty="0"/>
              <a:t> </a:t>
            </a:r>
            <a:r>
              <a:rPr lang="en-US" dirty="0" err="1"/>
              <a:t>solichhd</a:t>
            </a:r>
            <a:r>
              <a:rPr lang="en-US" dirty="0"/>
              <a:t> </a:t>
            </a:r>
            <a:r>
              <a:rPr lang="en-US" dirty="0" err="1"/>
              <a:t>amarhan</a:t>
            </a:r>
            <a:r>
              <a:rPr lang="en-US" dirty="0"/>
              <a:t> </a:t>
            </a:r>
            <a:r>
              <a:rPr lang="en-US" dirty="0" err="1"/>
              <a:t>bwl</a:t>
            </a:r>
            <a:r>
              <a:rPr lang="en-US" dirty="0"/>
              <a:t> </a:t>
            </a:r>
            <a:r>
              <a:rPr lang="en-US" dirty="0" err="1"/>
              <a:t>zugr</a:t>
            </a:r>
            <a:endParaRPr lang="en-US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EC5352-B3DC-8DA4-0A80-FB5A5FFD9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161" y="2676139"/>
            <a:ext cx="5231845" cy="19464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585BF82-6EEB-BCE1-222B-B5F6C859BC07}"/>
              </a:ext>
            </a:extLst>
          </p:cNvPr>
          <p:cNvSpPr txBox="1"/>
          <p:nvPr/>
        </p:nvSpPr>
        <p:spPr>
          <a:xfrm>
            <a:off x="6262480" y="2722494"/>
            <a:ext cx="45905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Leadership &amp; Governance – Ivanhoe Mines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B8BD249-C528-0F78-4666-920C23128D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480" y="3261810"/>
            <a:ext cx="3503010" cy="254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49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F07E28-B02C-49CB-87EC-A148E854F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B4E6EDD-25FB-3E4B-E874-394F0EBA5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3B58AAE-79EA-33A6-DBA6-BD005CC40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A88A51-21B8-2203-487D-8B7EFEB6A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About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F9A2C3-4039-5F83-0FB4-12BFC7E6E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8A6857-6726-23C1-C372-7BD86EA80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6E3037-008D-A1B6-DA87-D96FDDA50821}"/>
              </a:ext>
            </a:extLst>
          </p:cNvPr>
          <p:cNvSpPr txBox="1"/>
          <p:nvPr/>
        </p:nvSpPr>
        <p:spPr>
          <a:xfrm>
            <a:off x="5250106" y="586822"/>
            <a:ext cx="6106742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Za mania </a:t>
            </a:r>
            <a:r>
              <a:rPr lang="en-US" dirty="0" err="1"/>
              <a:t>ene</a:t>
            </a:r>
            <a:r>
              <a:rPr lang="en-US" dirty="0"/>
              <a:t> about </a:t>
            </a:r>
            <a:r>
              <a:rPr lang="en-US" dirty="0" err="1"/>
              <a:t>hesgiin</a:t>
            </a:r>
            <a:r>
              <a:rPr lang="en-US" dirty="0"/>
              <a:t> text </a:t>
            </a:r>
            <a:r>
              <a:rPr lang="en-US" dirty="0" err="1"/>
              <a:t>bol</a:t>
            </a:r>
            <a:r>
              <a:rPr lang="en-US" dirty="0"/>
              <a:t> bur </a:t>
            </a:r>
            <a:r>
              <a:rPr lang="en-US" dirty="0" err="1"/>
              <a:t>huuchin</a:t>
            </a:r>
            <a:r>
              <a:rPr lang="en-US" dirty="0"/>
              <a:t>. </a:t>
            </a:r>
            <a:r>
              <a:rPr lang="en-US" dirty="0" err="1"/>
              <a:t>Yrn</a:t>
            </a:r>
            <a:r>
              <a:rPr lang="en-US" dirty="0"/>
              <a:t> AI-d PPT </a:t>
            </a:r>
            <a:r>
              <a:rPr lang="en-US" dirty="0" err="1"/>
              <a:t>uguud</a:t>
            </a:r>
            <a:r>
              <a:rPr lang="en-US" dirty="0"/>
              <a:t> </a:t>
            </a:r>
            <a:r>
              <a:rPr lang="en-US" dirty="0" err="1"/>
              <a:t>dajgu</a:t>
            </a:r>
            <a:r>
              <a:rPr lang="en-US" dirty="0"/>
              <a:t> </a:t>
            </a:r>
            <a:r>
              <a:rPr lang="en-US" dirty="0" err="1"/>
              <a:t>ym</a:t>
            </a:r>
            <a:r>
              <a:rPr lang="en-US" dirty="0"/>
              <a:t> </a:t>
            </a:r>
            <a:r>
              <a:rPr lang="en-US" dirty="0" err="1"/>
              <a:t>garguulchh</a:t>
            </a:r>
            <a:r>
              <a:rPr lang="en-US" dirty="0"/>
              <a:t> </a:t>
            </a:r>
            <a:r>
              <a:rPr lang="en-US" dirty="0" err="1"/>
              <a:t>hrgtei</a:t>
            </a:r>
            <a:r>
              <a:rPr lang="en-US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TUZ </a:t>
            </a:r>
            <a:r>
              <a:rPr lang="en-US" dirty="0" err="1"/>
              <a:t>heweeree</a:t>
            </a:r>
            <a:r>
              <a:rPr lang="en-US" dirty="0"/>
              <a:t> – Goy </a:t>
            </a:r>
            <a:r>
              <a:rPr lang="en-US" dirty="0" err="1"/>
              <a:t>zagwartai</a:t>
            </a:r>
            <a:r>
              <a:rPr lang="en-US" dirty="0"/>
              <a:t> </a:t>
            </a:r>
            <a:r>
              <a:rPr lang="en-US" dirty="0" err="1"/>
              <a:t>bolgh</a:t>
            </a:r>
            <a:r>
              <a:rPr lang="en-US" dirty="0"/>
              <a:t>. </a:t>
            </a:r>
            <a:r>
              <a:rPr lang="en-US" dirty="0" err="1"/>
              <a:t>Howor</a:t>
            </a:r>
            <a:r>
              <a:rPr lang="en-US" dirty="0"/>
              <a:t> </a:t>
            </a:r>
            <a:r>
              <a:rPr lang="en-US" dirty="0" err="1"/>
              <a:t>hiinguut</a:t>
            </a:r>
            <a:r>
              <a:rPr lang="en-US" dirty="0"/>
              <a:t> Bio </a:t>
            </a:r>
            <a:r>
              <a:rPr lang="en-US" dirty="0" err="1"/>
              <a:t>garch</a:t>
            </a:r>
            <a:r>
              <a:rPr lang="en-US" dirty="0"/>
              <a:t> </a:t>
            </a:r>
            <a:r>
              <a:rPr lang="en-US" dirty="0" err="1"/>
              <a:t>irdg</a:t>
            </a:r>
            <a:r>
              <a:rPr lang="en-US" dirty="0"/>
              <a:t> </a:t>
            </a:r>
            <a:r>
              <a:rPr lang="en-US" dirty="0" err="1"/>
              <a:t>ch</a:t>
            </a:r>
            <a:r>
              <a:rPr lang="en-US" dirty="0"/>
              <a:t> </a:t>
            </a:r>
            <a:r>
              <a:rPr lang="en-US" dirty="0" err="1"/>
              <a:t>ymu</a:t>
            </a:r>
            <a:r>
              <a:rPr lang="en-US" dirty="0"/>
              <a:t> </a:t>
            </a:r>
            <a:r>
              <a:rPr lang="en-US" dirty="0" err="1"/>
              <a:t>tusdaa</a:t>
            </a:r>
            <a:r>
              <a:rPr lang="en-US" dirty="0"/>
              <a:t> </a:t>
            </a:r>
            <a:r>
              <a:rPr lang="en-US" dirty="0" err="1"/>
              <a:t>doorn</a:t>
            </a:r>
            <a:r>
              <a:rPr lang="en-US" dirty="0"/>
              <a:t> </a:t>
            </a:r>
            <a:r>
              <a:rPr lang="en-US" dirty="0" err="1"/>
              <a:t>zai</a:t>
            </a:r>
            <a:r>
              <a:rPr lang="en-US" dirty="0"/>
              <a:t> </a:t>
            </a:r>
            <a:r>
              <a:rPr lang="en-US" dirty="0" err="1"/>
              <a:t>awch</a:t>
            </a:r>
            <a:r>
              <a:rPr lang="en-US" dirty="0"/>
              <a:t> bio </a:t>
            </a:r>
            <a:r>
              <a:rPr lang="en-US" dirty="0" err="1"/>
              <a:t>bichih</a:t>
            </a:r>
            <a:r>
              <a:rPr lang="en-US" dirty="0"/>
              <a:t> </a:t>
            </a:r>
            <a:r>
              <a:rPr lang="en-US" dirty="0" err="1"/>
              <a:t>shardlagagu</a:t>
            </a:r>
            <a:r>
              <a:rPr lang="en-US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Governance documents end </a:t>
            </a:r>
            <a:r>
              <a:rPr lang="en-US" dirty="0" err="1"/>
              <a:t>oruulah</a:t>
            </a:r>
            <a:endParaRPr lang="en-US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4A17E9-6C61-8170-6B70-B84569DC1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424" y="2603909"/>
            <a:ext cx="5562171" cy="37654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40C8728-642C-092C-08E5-F9C4DBBEF1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4252" y="2603909"/>
            <a:ext cx="4972242" cy="196652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8300C5-BE13-FECF-201A-35CDE0CAC1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7472" y="4854032"/>
            <a:ext cx="4352144" cy="123173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72DEC5A-5A76-D75E-0889-C6D91A68BACE}"/>
              </a:ext>
            </a:extLst>
          </p:cNvPr>
          <p:cNvSpPr txBox="1"/>
          <p:nvPr/>
        </p:nvSpPr>
        <p:spPr>
          <a:xfrm>
            <a:off x="6799019" y="6085772"/>
            <a:ext cx="4023879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Ivanhoe </a:t>
            </a:r>
            <a:r>
              <a:rPr lang="en-US" dirty="0" err="1"/>
              <a:t>jishee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846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A0FB9D-968B-31DB-DA25-84DDD1B69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FBA045-79FE-6A30-2219-BC7AD104A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About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E2F9A3-6805-C0A1-9385-9147BC37663C}"/>
              </a:ext>
            </a:extLst>
          </p:cNvPr>
          <p:cNvSpPr txBox="1"/>
          <p:nvPr/>
        </p:nvSpPr>
        <p:spPr>
          <a:xfrm>
            <a:off x="862366" y="2194102"/>
            <a:ext cx="3427001" cy="390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Technical Team deer </a:t>
            </a:r>
            <a:r>
              <a:rPr lang="en-US" sz="2000" dirty="0" err="1"/>
              <a:t>doorh</a:t>
            </a:r>
            <a:r>
              <a:rPr lang="en-US" sz="2000" dirty="0"/>
              <a:t> </a:t>
            </a:r>
            <a:r>
              <a:rPr lang="en-US" sz="2000" dirty="0" err="1"/>
              <a:t>uurchlultuudg</a:t>
            </a:r>
            <a:r>
              <a:rPr lang="en-US" sz="2000" dirty="0"/>
              <a:t> </a:t>
            </a:r>
            <a:r>
              <a:rPr lang="en-US" sz="2000" dirty="0" err="1"/>
              <a:t>hiine</a:t>
            </a: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Bob-g Phil-n </a:t>
            </a:r>
            <a:r>
              <a:rPr lang="en-US" sz="1200" dirty="0" err="1"/>
              <a:t>dra</a:t>
            </a:r>
            <a:r>
              <a:rPr lang="en-US" sz="1200" dirty="0"/>
              <a:t> </a:t>
            </a:r>
            <a:r>
              <a:rPr lang="en-US" sz="1200" dirty="0" err="1"/>
              <a:t>mongol</a:t>
            </a:r>
            <a:r>
              <a:rPr lang="en-US" sz="1200" dirty="0"/>
              <a:t> </a:t>
            </a:r>
            <a:r>
              <a:rPr lang="en-US" sz="1200" dirty="0" err="1"/>
              <a:t>humuusinhee</a:t>
            </a:r>
            <a:r>
              <a:rPr lang="en-US" sz="1200" dirty="0"/>
              <a:t> deer </a:t>
            </a:r>
            <a:r>
              <a:rPr lang="en-US" sz="1200" dirty="0" err="1"/>
              <a:t>orulchh</a:t>
            </a:r>
            <a:endParaRPr lang="en-US" sz="12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Otgonjargal </a:t>
            </a:r>
            <a:r>
              <a:rPr lang="en-US" sz="1200" dirty="0" err="1"/>
              <a:t>Bayarbat</a:t>
            </a:r>
            <a:r>
              <a:rPr lang="en-US" sz="1200" dirty="0"/>
              <a:t> – Senior Geologist /NPG/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Batkhurel Battulga – Exploration Superintendent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 err="1"/>
              <a:t>Purevdorj</a:t>
            </a:r>
            <a:r>
              <a:rPr lang="en-US" sz="1200" dirty="0"/>
              <a:t> Dorjsuren – Business Development Manager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Bat-Erdene </a:t>
            </a:r>
            <a:r>
              <a:rPr lang="en-US" sz="1200" dirty="0" err="1"/>
              <a:t>Batmunkh</a:t>
            </a:r>
            <a:r>
              <a:rPr lang="en-US" sz="1200" dirty="0"/>
              <a:t> – Senior Geologist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 err="1"/>
              <a:t>Enkhbayasgalang</a:t>
            </a:r>
            <a:r>
              <a:rPr lang="en-US" sz="1200" dirty="0"/>
              <a:t> </a:t>
            </a:r>
            <a:r>
              <a:rPr lang="en-US" sz="1200" dirty="0" err="1"/>
              <a:t>hasah</a:t>
            </a:r>
            <a:endParaRPr lang="en-US" sz="12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C0DA15-DA0C-615E-1A2F-3A89096B2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0284" y="661916"/>
            <a:ext cx="5085487" cy="55579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44DFC8-7FC4-1F9A-2C30-92393F316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917562"/>
            <a:ext cx="3367149" cy="1669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1596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0647B7-C468-86A3-03DF-3B5E32316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E40967A-0AE2-9A7A-5CA9-61D465F98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42CB436-2319-2026-8D92-DC63F600C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3C491F-6F30-4D72-3A4E-5DC9DFD1B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Home page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2F8884-A9E3-7CE2-F28A-506570279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61C3139-4722-692E-1E62-AC1DDACCC6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C5353C-0AE6-2646-7DF8-FADC4F1AA6E3}"/>
              </a:ext>
            </a:extLst>
          </p:cNvPr>
          <p:cNvSpPr txBox="1"/>
          <p:nvPr/>
        </p:nvSpPr>
        <p:spPr>
          <a:xfrm>
            <a:off x="5250106" y="586822"/>
            <a:ext cx="6106742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Sustainability </a:t>
            </a:r>
            <a:r>
              <a:rPr lang="en-US" dirty="0" err="1"/>
              <a:t>ruu</a:t>
            </a:r>
            <a:r>
              <a:rPr lang="en-US" dirty="0"/>
              <a:t> </a:t>
            </a:r>
            <a:r>
              <a:rPr lang="en-US" dirty="0" err="1"/>
              <a:t>shiljih</a:t>
            </a:r>
            <a:r>
              <a:rPr lang="en-US" dirty="0"/>
              <a:t> bas </a:t>
            </a:r>
            <a:r>
              <a:rPr lang="en-US" dirty="0" err="1"/>
              <a:t>iim</a:t>
            </a:r>
            <a:r>
              <a:rPr lang="en-US" dirty="0"/>
              <a:t> </a:t>
            </a:r>
            <a:r>
              <a:rPr lang="en-US" dirty="0" err="1"/>
              <a:t>towch</a:t>
            </a:r>
            <a:r>
              <a:rPr lang="en-US" dirty="0"/>
              <a:t> </a:t>
            </a:r>
            <a:r>
              <a:rPr lang="en-US" dirty="0" err="1"/>
              <a:t>medeelel</a:t>
            </a:r>
            <a:r>
              <a:rPr lang="en-US" dirty="0"/>
              <a:t> home </a:t>
            </a:r>
            <a:r>
              <a:rPr lang="en-US" dirty="0" err="1"/>
              <a:t>dere</a:t>
            </a:r>
            <a:r>
              <a:rPr lang="en-US" dirty="0"/>
              <a:t> </a:t>
            </a:r>
            <a:r>
              <a:rPr lang="en-US" dirty="0" err="1"/>
              <a:t>bwl</a:t>
            </a:r>
            <a:r>
              <a:rPr lang="en-US" dirty="0"/>
              <a:t> </a:t>
            </a:r>
            <a:r>
              <a:rPr lang="en-US" dirty="0" err="1"/>
              <a:t>zugr</a:t>
            </a:r>
            <a:r>
              <a:rPr lang="en-US" dirty="0"/>
              <a:t> </a:t>
            </a:r>
            <a:r>
              <a:rPr lang="en-US" dirty="0" err="1"/>
              <a:t>ym</a:t>
            </a:r>
            <a:r>
              <a:rPr lang="en-US" dirty="0"/>
              <a:t> bn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Mun leadership &amp; Governance </a:t>
            </a:r>
            <a:r>
              <a:rPr lang="en-US" dirty="0" err="1"/>
              <a:t>hesgiig</a:t>
            </a:r>
            <a:r>
              <a:rPr lang="en-US" dirty="0"/>
              <a:t> about deer </a:t>
            </a:r>
            <a:r>
              <a:rPr lang="en-US" dirty="0" err="1"/>
              <a:t>oruulah</a:t>
            </a:r>
            <a:r>
              <a:rPr lang="en-US" dirty="0"/>
              <a:t> – Ivanhoe </a:t>
            </a:r>
            <a:r>
              <a:rPr lang="en-US" dirty="0" err="1"/>
              <a:t>shg</a:t>
            </a:r>
            <a:r>
              <a:rPr lang="en-US" dirty="0"/>
              <a:t> </a:t>
            </a:r>
            <a:r>
              <a:rPr lang="en-US" dirty="0" err="1"/>
              <a:t>bwl</a:t>
            </a:r>
            <a:r>
              <a:rPr lang="en-US" dirty="0"/>
              <a:t> </a:t>
            </a:r>
            <a:r>
              <a:rPr lang="en-US" dirty="0" err="1"/>
              <a:t>zugr</a:t>
            </a:r>
            <a:r>
              <a:rPr lang="en-US" dirty="0"/>
              <a:t> </a:t>
            </a:r>
            <a:r>
              <a:rPr lang="en-US" dirty="0" err="1"/>
              <a:t>ym</a:t>
            </a:r>
            <a:r>
              <a:rPr lang="en-US" dirty="0"/>
              <a:t> bn.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Manai Governance </a:t>
            </a:r>
            <a:r>
              <a:rPr lang="en-US" dirty="0" err="1"/>
              <a:t>hesgiin</a:t>
            </a:r>
            <a:r>
              <a:rPr lang="en-US" dirty="0"/>
              <a:t> </a:t>
            </a:r>
            <a:r>
              <a:rPr lang="en-US" dirty="0" err="1"/>
              <a:t>documentuud</a:t>
            </a:r>
            <a:r>
              <a:rPr lang="en-US" dirty="0"/>
              <a:t> </a:t>
            </a:r>
            <a:r>
              <a:rPr lang="en-US" dirty="0" err="1"/>
              <a:t>bugd</a:t>
            </a:r>
            <a:r>
              <a:rPr lang="en-US" dirty="0"/>
              <a:t> </a:t>
            </a:r>
            <a:r>
              <a:rPr lang="en-US" dirty="0" err="1"/>
              <a:t>bairshih</a:t>
            </a:r>
            <a:r>
              <a:rPr lang="en-US" dirty="0"/>
              <a:t> </a:t>
            </a:r>
            <a:r>
              <a:rPr lang="en-US" dirty="0" err="1"/>
              <a:t>ystoi</a:t>
            </a:r>
            <a:r>
              <a:rPr lang="en-US" dirty="0"/>
              <a:t> </a:t>
            </a:r>
            <a:r>
              <a:rPr lang="en-US" dirty="0" err="1"/>
              <a:t>tghde</a:t>
            </a:r>
            <a:r>
              <a:rPr lang="en-US" dirty="0"/>
              <a:t> </a:t>
            </a:r>
            <a:r>
              <a:rPr lang="en-US" dirty="0" err="1"/>
              <a:t>dra</a:t>
            </a:r>
            <a:r>
              <a:rPr lang="en-US" dirty="0"/>
              <a:t> n </a:t>
            </a:r>
            <a:r>
              <a:rPr lang="en-US" dirty="0" err="1"/>
              <a:t>uurchluh</a:t>
            </a:r>
            <a:r>
              <a:rPr lang="en-US" dirty="0"/>
              <a:t> </a:t>
            </a:r>
            <a:r>
              <a:rPr lang="en-US" dirty="0" err="1"/>
              <a:t>shardalguud</a:t>
            </a:r>
            <a:r>
              <a:rPr lang="en-US" dirty="0"/>
              <a:t> </a:t>
            </a:r>
            <a:r>
              <a:rPr lang="en-US" dirty="0" err="1"/>
              <a:t>uy</a:t>
            </a:r>
            <a:r>
              <a:rPr lang="en-US" dirty="0"/>
              <a:t> </a:t>
            </a:r>
            <a:r>
              <a:rPr lang="en-US" dirty="0" err="1"/>
              <a:t>uy</a:t>
            </a:r>
            <a:r>
              <a:rPr lang="en-US" dirty="0"/>
              <a:t> </a:t>
            </a:r>
            <a:r>
              <a:rPr lang="en-US" dirty="0" err="1"/>
              <a:t>gard</a:t>
            </a:r>
            <a:r>
              <a:rPr lang="en-US" dirty="0"/>
              <a:t> </a:t>
            </a:r>
            <a:r>
              <a:rPr lang="en-US" dirty="0" err="1"/>
              <a:t>bdg</a:t>
            </a:r>
            <a:r>
              <a:rPr lang="en-US" dirty="0"/>
              <a:t>. Neree </a:t>
            </a:r>
            <a:r>
              <a:rPr lang="en-US" dirty="0" err="1"/>
              <a:t>solihoor</a:t>
            </a:r>
            <a:r>
              <a:rPr lang="en-US" dirty="0"/>
              <a:t> </a:t>
            </a:r>
            <a:r>
              <a:rPr lang="en-US" dirty="0" err="1"/>
              <a:t>bugd</a:t>
            </a:r>
            <a:r>
              <a:rPr lang="en-US" dirty="0"/>
              <a:t> </a:t>
            </a:r>
            <a:r>
              <a:rPr lang="en-US" dirty="0" err="1"/>
              <a:t>nerg</a:t>
            </a:r>
            <a:r>
              <a:rPr lang="en-US" dirty="0"/>
              <a:t> n </a:t>
            </a:r>
            <a:r>
              <a:rPr lang="en-US" dirty="0" err="1"/>
              <a:t>uurchluud</a:t>
            </a:r>
            <a:r>
              <a:rPr lang="en-US" dirty="0"/>
              <a:t> </a:t>
            </a:r>
            <a:r>
              <a:rPr lang="en-US" dirty="0" err="1"/>
              <a:t>gargana</a:t>
            </a:r>
            <a:r>
              <a:rPr lang="en-US" dirty="0"/>
              <a:t>. Ted </a:t>
            </a:r>
            <a:r>
              <a:rPr lang="en-US" dirty="0" err="1"/>
              <a:t>narig</a:t>
            </a:r>
            <a:r>
              <a:rPr lang="en-US" dirty="0"/>
              <a:t> n </a:t>
            </a:r>
            <a:r>
              <a:rPr lang="en-US" dirty="0" err="1"/>
              <a:t>duhhur</a:t>
            </a:r>
            <a:r>
              <a:rPr lang="en-US" dirty="0"/>
              <a:t> </a:t>
            </a:r>
            <a:r>
              <a:rPr lang="en-US" dirty="0" err="1"/>
              <a:t>uguy</a:t>
            </a:r>
            <a:r>
              <a:rPr lang="en-US" dirty="0"/>
              <a:t>. Dra n </a:t>
            </a:r>
            <a:r>
              <a:rPr lang="en-US" dirty="0" err="1"/>
              <a:t>adminaasaa</a:t>
            </a:r>
            <a:r>
              <a:rPr lang="en-US" dirty="0"/>
              <a:t> </a:t>
            </a:r>
            <a:r>
              <a:rPr lang="en-US" dirty="0" err="1"/>
              <a:t>solichhd</a:t>
            </a:r>
            <a:r>
              <a:rPr lang="en-US" dirty="0"/>
              <a:t> </a:t>
            </a:r>
            <a:r>
              <a:rPr lang="en-US" dirty="0" err="1"/>
              <a:t>amarhan</a:t>
            </a:r>
            <a:r>
              <a:rPr lang="en-US" dirty="0"/>
              <a:t> </a:t>
            </a:r>
            <a:r>
              <a:rPr lang="en-US" dirty="0" err="1"/>
              <a:t>bwl</a:t>
            </a:r>
            <a:r>
              <a:rPr lang="en-US" dirty="0"/>
              <a:t> </a:t>
            </a:r>
            <a:r>
              <a:rPr lang="en-US" dirty="0" err="1"/>
              <a:t>zugr</a:t>
            </a:r>
            <a:endParaRPr lang="en-US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BA4802-16FF-2E82-FBEE-DAFC7C6B3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161" y="2676139"/>
            <a:ext cx="5231845" cy="19464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46B0020-2472-9C14-0013-04EF262136C2}"/>
              </a:ext>
            </a:extLst>
          </p:cNvPr>
          <p:cNvSpPr txBox="1"/>
          <p:nvPr/>
        </p:nvSpPr>
        <p:spPr>
          <a:xfrm>
            <a:off x="6262480" y="2722494"/>
            <a:ext cx="45905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Leadership &amp; Governance – Ivanhoe Mines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75DD3E9-6B84-8C4F-F96F-45F0FD880A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480" y="3261810"/>
            <a:ext cx="3503010" cy="254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060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A66FE6-0E88-31D2-852A-524CE7EB8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BC110CF-75E6-C448-8C71-F5E9B698B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8D59EA3-0174-C506-5E2E-74DB0F7871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260074-DAC1-769A-0563-81D1BB582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Contact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9E32C4F-5E21-8260-85E8-979441651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F43DD3-0413-01C0-E2BA-BC4C7F723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08424B-F768-BBFB-737D-7BFF6FC3D878}"/>
              </a:ext>
            </a:extLst>
          </p:cNvPr>
          <p:cNvSpPr txBox="1"/>
          <p:nvPr/>
        </p:nvSpPr>
        <p:spPr>
          <a:xfrm>
            <a:off x="5250106" y="586822"/>
            <a:ext cx="6106742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r>
              <a:rPr lang="en-US" b="1" dirty="0"/>
              <a:t>AUS office</a:t>
            </a:r>
          </a:p>
          <a:p>
            <a:r>
              <a:rPr lang="en-US" dirty="0"/>
              <a:t>Suite 8, 16 Nicholson road, Subiaco, WA 6008, Australia</a:t>
            </a:r>
          </a:p>
          <a:p>
            <a:r>
              <a:rPr lang="en-US" dirty="0">
                <a:hlinkClick r:id="rId2"/>
              </a:rPr>
              <a:t>contact@asianbatterymetals.com</a:t>
            </a:r>
            <a:endParaRPr lang="en-US" dirty="0"/>
          </a:p>
          <a:p>
            <a:r>
              <a:rPr lang="en-US" b="1" dirty="0"/>
              <a:t>UK office</a:t>
            </a:r>
          </a:p>
          <a:p>
            <a:r>
              <a:rPr lang="en-US" dirty="0"/>
              <a:t>C/- Hill Dickinson LLP, The Broadgate Tower 20 Primrose Street, London EC2A 2EW</a:t>
            </a:r>
          </a:p>
          <a:p>
            <a:r>
              <a:rPr lang="en-US" b="1" dirty="0"/>
              <a:t>Mongolia office</a:t>
            </a:r>
          </a:p>
          <a:p>
            <a:pPr fontAlgn="base"/>
            <a:r>
              <a:rPr lang="en-US" dirty="0"/>
              <a:t>305,MERU tower, </a:t>
            </a:r>
            <a:r>
              <a:rPr lang="en-US" dirty="0" err="1"/>
              <a:t>Jamiyangun</a:t>
            </a:r>
            <a:r>
              <a:rPr lang="en-US" dirty="0"/>
              <a:t> street, 1st </a:t>
            </a:r>
            <a:r>
              <a:rPr lang="en-US" dirty="0" err="1"/>
              <a:t>khoroo</a:t>
            </a:r>
            <a:r>
              <a:rPr lang="en-US" dirty="0"/>
              <a:t>, Sukhbaatar district, Ulaanbaatar, Mongolia</a:t>
            </a:r>
          </a:p>
          <a:p>
            <a:pPr fontAlgn="base"/>
            <a:r>
              <a:rPr lang="en-US" dirty="0"/>
              <a:t>77774114</a:t>
            </a:r>
          </a:p>
          <a:p>
            <a:endParaRPr lang="en-US" b="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B198E7-3AB1-6B69-00FB-FEA0757E90CC}"/>
              </a:ext>
            </a:extLst>
          </p:cNvPr>
          <p:cNvSpPr txBox="1"/>
          <p:nvPr/>
        </p:nvSpPr>
        <p:spPr>
          <a:xfrm>
            <a:off x="715329" y="2540268"/>
            <a:ext cx="6097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Contact – Ivanhoe Mines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CCBFE4-078B-9B69-0A2D-EB7CE5E807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4205" y="3097985"/>
            <a:ext cx="5392684" cy="321903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4ACB6D7-F6B0-C834-D487-C6250B026705}"/>
              </a:ext>
            </a:extLst>
          </p:cNvPr>
          <p:cNvSpPr txBox="1"/>
          <p:nvPr/>
        </p:nvSpPr>
        <p:spPr>
          <a:xfrm>
            <a:off x="554416" y="2909600"/>
            <a:ext cx="431344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Utas </a:t>
            </a:r>
            <a:r>
              <a:rPr lang="en-US" dirty="0" err="1"/>
              <a:t>ene</a:t>
            </a:r>
            <a:r>
              <a:rPr lang="en-US" dirty="0"/>
              <a:t> </a:t>
            </a:r>
            <a:r>
              <a:rPr lang="en-US" dirty="0" err="1"/>
              <a:t>teriig</a:t>
            </a:r>
            <a:r>
              <a:rPr lang="en-US" dirty="0"/>
              <a:t> </a:t>
            </a:r>
            <a:r>
              <a:rPr lang="en-US" dirty="0" err="1"/>
              <a:t>iimerhu</a:t>
            </a:r>
            <a:r>
              <a:rPr lang="en-US" dirty="0"/>
              <a:t> </a:t>
            </a:r>
            <a:r>
              <a:rPr lang="en-US" dirty="0" err="1"/>
              <a:t>baidlaar</a:t>
            </a:r>
            <a:r>
              <a:rPr lang="en-US" dirty="0"/>
              <a:t> dropdown </a:t>
            </a:r>
            <a:r>
              <a:rPr lang="en-US" dirty="0" err="1"/>
              <a:t>hiij</a:t>
            </a:r>
            <a:r>
              <a:rPr lang="en-US" dirty="0"/>
              <a:t> </a:t>
            </a:r>
            <a:r>
              <a:rPr lang="en-US" dirty="0" err="1"/>
              <a:t>hardgaar</a:t>
            </a:r>
            <a:r>
              <a:rPr lang="en-US" dirty="0"/>
              <a:t> </a:t>
            </a:r>
            <a:r>
              <a:rPr lang="en-US" dirty="0" err="1"/>
              <a:t>oruulchi</a:t>
            </a:r>
            <a:r>
              <a:rPr lang="en-US" dirty="0"/>
              <a:t>. </a:t>
            </a:r>
          </a:p>
          <a:p>
            <a:r>
              <a:rPr lang="en-US" b="1" dirty="0"/>
              <a:t>General inquiries </a:t>
            </a:r>
          </a:p>
          <a:p>
            <a:r>
              <a:rPr lang="en-US" dirty="0"/>
              <a:t>+61 417 675 695 (Australia), +976 77774114 (Mongolia)</a:t>
            </a:r>
          </a:p>
          <a:p>
            <a:r>
              <a:rPr lang="en-US" dirty="0">
                <a:hlinkClick r:id="rId2"/>
              </a:rPr>
              <a:t>contact@asianbatterymetals.com</a:t>
            </a:r>
            <a:endParaRPr lang="en-US" dirty="0"/>
          </a:p>
          <a:p>
            <a:r>
              <a:rPr lang="en-US" b="1" dirty="0"/>
              <a:t>Investors</a:t>
            </a:r>
          </a:p>
          <a:p>
            <a:r>
              <a:rPr lang="en-US" dirty="0"/>
              <a:t>Phil Rundell +61 417 675 695 </a:t>
            </a:r>
          </a:p>
          <a:p>
            <a:r>
              <a:rPr lang="en-US" dirty="0">
                <a:hlinkClick r:id="rId5"/>
              </a:rPr>
              <a:t>phil@asianbatterymetals.com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6"/>
              </a:rPr>
              <a:t>Stock Information - Asian Battery Metals PLC</a:t>
            </a:r>
            <a:r>
              <a:rPr lang="en-US" dirty="0"/>
              <a:t> – </a:t>
            </a:r>
            <a:r>
              <a:rPr lang="mn-MN" dirty="0"/>
              <a:t>энэ хэсгийг оруулах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55913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583</TotalTime>
  <Words>669</Words>
  <Application>Microsoft Office PowerPoint</Application>
  <PresentationFormat>Widescreen</PresentationFormat>
  <Paragraphs>94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Компанийн вебсайт шинэчлэх</vt:lpstr>
      <vt:lpstr>Menu Now &amp; Then</vt:lpstr>
      <vt:lpstr>Menu</vt:lpstr>
      <vt:lpstr>Menu</vt:lpstr>
      <vt:lpstr>Home page</vt:lpstr>
      <vt:lpstr>Home page</vt:lpstr>
      <vt:lpstr>Home page</vt:lpstr>
      <vt:lpstr>Home page</vt:lpstr>
      <vt:lpstr>Home page</vt:lpstr>
      <vt:lpstr>About</vt:lpstr>
      <vt:lpstr>About</vt:lpstr>
      <vt:lpstr>Home page</vt:lpstr>
      <vt:lpstr>Contact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Bilguun Bayarsaikhan</dc:creator>
  <cp:lastModifiedBy>Solongo Batchuluun</cp:lastModifiedBy>
  <cp:revision>21</cp:revision>
  <dcterms:created xsi:type="dcterms:W3CDTF">2026-04-06T02:52:35Z</dcterms:created>
  <dcterms:modified xsi:type="dcterms:W3CDTF">2026-05-26T10:56:57Z</dcterms:modified>
</cp:coreProperties>
</file>